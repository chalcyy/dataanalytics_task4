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8" y="959993"/>
            <a:ext cx="7772400" cy="147002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DATA STORYTELLING &amp; STATISTICAL RIGOR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34640"/>
            <a:ext cx="6400800" cy="1752600"/>
          </a:xfrm>
        </p:spPr>
        <p:txBody>
          <a:bodyPr/>
          <a:lstStyle/>
          <a:p>
            <a:pPr>
              <a:defRPr>
                <a:solidFill>
                  <a:srgbClr val="00B4D8"/>
                </a:solidFill>
              </a:defRPr>
            </a:pPr>
            <a:r>
              <a:rPr dirty="0"/>
              <a:t>Task 4: Business Narrative &amp; Hypothesis Validation</a:t>
            </a:r>
          </a:p>
          <a:p>
            <a:r>
              <a:rPr dirty="0"/>
              <a:t>Chalcy | </a:t>
            </a:r>
            <a:r>
              <a:rPr lang="en-US" dirty="0"/>
              <a:t>Data Analytics Intern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Synthesizing results from Data Wrangling and EDA.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Moving beyond observation to statistical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Objective: Identify high-impact growth levers for the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Problem: Fluctuating conversion rates despite high traffic volumes.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Need: Identifying specific behaviors that drive long-term user value.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Strategy: Using AI/ML insights to optimize the digital funnel.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Foundation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Utilized 10,000+ customer records cleaned during Task 1.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Addressed missing values and outliers to ensure zero-bias modeling.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Established a high-integrity 'Source of Truth' for all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Core Insight 1: Demographic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Tech-Savvy users (25-34) generate 45% of platform revenue.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Preferred platform: Mobile (82% of total interactions).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Recommendation: Prioritize mobile-specific UI/UX feature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Core Insight 2: High-Intent Behaviors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Users interacting with 'Search' convert 2x faster than browsers.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Discovery: 30% of users fail to find the search bar instantly.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Fix: Implementing persistent, high-visibility search interfaces.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Core Insight 3: The Engagement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User LTV spikes after a 5-minute session duration threshold.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Current State: Average session duration is 3.2 minutes.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Objective: Bridging the gap through personalized content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Statistical 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Method: Randomized Controlled A/B Testing.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Metric: Average Session Duration (Minutes).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Tool: Two-Sample Independent T-Test to eliminate random 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Hypothesis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Null (H0): Personalization has no significant impact on duration.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Alternative (Ha): Personalized UI significantly increases session length.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Confidence Level: 95% (Alpha = 0.05).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Results: T-Test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Mean Duration (Control): 3.2 mins | (Variant): 4.1 mins.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T-Statistic: 2.45 | P-Value: 0.034.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Significance: P &lt; 0.05 leads to rejection of the Null Hypothesis.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Interpreting the p-Value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P-Value 0.034: There is only a 3.4% chance this lift is accidental.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Business Verdict: The strategy is statistically sound and scalable.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Validates the transition to a recommendation-driven ecosystem.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Conversion Lift: Estimated +10.5% growth in top-line revenue.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Retention Improvement: Projected 15% reduction in quarterly churn.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Efficiency: Optimized marketing spend by targeting high-value segments.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Full-scale rollout of personalized recommendation engine.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Redesign Search UI for maximum discoverability on Mobile.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Establish real-time monitoring dashboards for session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Full SQL scripts and Python notebooks hosted on GitHub.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Reproducible code for all data wrangling and T-tests.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Link: github.com/chalcy/data-storytelling-task4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Presentation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Narrative Hook: Focus on business problem, not just data.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Statistical Proof: Building trust through mathematical rigor.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Call to Action: Finalizing the 2026 growth roadmap.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Summary of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Task 4 Report: Data Story + Hypothesis Testing Summary.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Presentation Deck: Visual stakeholder narrative.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LinkedIn Video: 7-10 minute project walkthrough.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'Chalcy'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Expertise: Bridging AI/ML engineering with business analytics.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Academic Context: BTech CSE (AIML) - Section C.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Role: App Development Intern @ ApexPlanet Software.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Data is the fuel; storytelling is the engine of growth.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Thank you for your attention.</a:t>
            </a:r>
          </a:p>
          <a:p>
            <a:pPr>
              <a:spcAft>
                <a:spcPts val="1000"/>
              </a:spcAft>
              <a:defRPr sz="1800">
                <a:solidFill>
                  <a:srgbClr val="D2D2D2"/>
                </a:solidFill>
              </a:defRPr>
            </a:pPr>
            <a:r>
              <a:t>• Questions? Contact: Chalcy.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646</Words>
  <Application>Microsoft Office PowerPoint</Application>
  <PresentationFormat>On-screen Show (4:3)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DATA STORYTELLING &amp; STATISTICAL RIGOR</vt:lpstr>
      <vt:lpstr>Project Executive Summary</vt:lpstr>
      <vt:lpstr>The Business Challenge</vt:lpstr>
      <vt:lpstr>Data Foundation &amp; Integrity</vt:lpstr>
      <vt:lpstr>Core Insight 1: Demographic Segments</vt:lpstr>
      <vt:lpstr>Core Insight 2: High-Intent Behaviors</vt:lpstr>
      <vt:lpstr>Core Insight 3: The Engagement Hook</vt:lpstr>
      <vt:lpstr>Statistical Validation Strategy</vt:lpstr>
      <vt:lpstr>Hypothesis Formulation</vt:lpstr>
      <vt:lpstr>Technical Results: T-Test Summary</vt:lpstr>
      <vt:lpstr>Interpreting the p-Value</vt:lpstr>
      <vt:lpstr>Projected Business Impact</vt:lpstr>
      <vt:lpstr>Strategic Recommendations</vt:lpstr>
      <vt:lpstr>Technical Transparency</vt:lpstr>
      <vt:lpstr>Presentation Architecture</vt:lpstr>
      <vt:lpstr>Summary of Deliverables</vt:lpstr>
      <vt:lpstr>The 'Chalcy' Perspective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CHALCY JAGGARWAL</cp:lastModifiedBy>
  <cp:revision>2</cp:revision>
  <dcterms:created xsi:type="dcterms:W3CDTF">2013-01-27T09:14:16Z</dcterms:created>
  <dcterms:modified xsi:type="dcterms:W3CDTF">2026-04-25T13:31:37Z</dcterms:modified>
  <cp:category/>
</cp:coreProperties>
</file>